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judges. We are presenting SkillProof, an evidence-backed skill portfolio platform built on Google Gemini 2.5 Flash that solves the trust deficit in student technical hiring.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recruiters and professors are swamped with identical-looking resumes claiming full-stack and ML mastery, with no scalable way to separate genuine work from copied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SkillProof introduces the Claim-Evidence matrix. We never make subjective guesses—every claim is graded into one of four rigid support levels based on verifiable repository artifacts.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decisive moment for judges. A student claims they built an ML model in their README, but Gemini audits the repository, finds zero model files, flags it UNSUPPORTED, and lists exact missing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generic trivia, SkillProof generates viva questions derived directly from the code anomalies, queries, and missing components identified during the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seamlessly connects student evidence, Gemini structured intelligence, Firebase cloud storage, and instant QR verification on mobile.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team executed cleanly with strict track division across backend, frontend, AI prompt contracts, and cloud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judges! We are ready to run the live demo showing the Java Spring Boot and MySQL verification alongside the unsupported ML claim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ect">
            <a:avLst>
              <a:gd name="adj" fmla="val 3390"/>
            </a:avLst>
          </a:prstGeom>
          <a:solidFill>
            <a:srgbClr val="1C2541"/>
          </a:solidFill>
          <a:ln w="19050">
            <a:solidFill>
              <a:srgbClr val="3A50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188720"/>
            <a:ext cx="4389120" cy="411480"/>
          </a:xfrm>
          <a:prstGeom prst="rect">
            <a:avLst>
              <a:gd name="adj" fmla="val 22222"/>
            </a:avLst>
          </a:prstGeom>
          <a:solidFill>
            <a:srgbClr val="0F284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188720" y="1188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2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 HACKATHON  •  EDUCATION TRACK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7830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8346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just claim what you built. Prove it.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4747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evidence-grounding engine powered by Google Gemini 2.5 Flash.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student project claims to hard code evidence with personalized viva generation and public QR verification.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8720" y="4754880"/>
            <a:ext cx="9784080" cy="822960"/>
          </a:xfrm>
          <a:prstGeom prst="rect">
            <a:avLst>
              <a:gd name="adj" fmla="val 11111"/>
            </a:avLst>
          </a:prstGeom>
          <a:solidFill>
            <a:srgbClr val="0A1128"/>
          </a:solidFill>
          <a:ln w="12700">
            <a:solidFill>
              <a:srgbClr val="2A3B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489204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Stack: Google Gemini 2.5 Flash API  |  Flask Backend  |  Google Stitch Material 3  |  Firebase Firestore  |  QR Code Server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5166360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4-Member Specialized Track (Backend, Frontend UI, AI Schema, Cloud Persistence)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CRISIS IN TECHNICAL EVALUATION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Disconnect Between Claims and Real Capability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410712" cy="4572000"/>
          </a:xfrm>
          <a:prstGeom prst="rect">
            <a:avLst>
              <a:gd name="adj" fmla="val 40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28800"/>
            <a:ext cx="640080" cy="365760"/>
          </a:xfrm>
          <a:prstGeom prst="rect">
            <a:avLst>
              <a:gd name="adj" fmla="val 20000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Unverifiable Resumes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6888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85%+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20040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student resumes list unverified claims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794760"/>
            <a:ext cx="2862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list buzzwords ('Built ML Model', 'Architected Cloud Backend') after cloning tutorials or following video guides without writing core logic.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554480"/>
            <a:ext cx="3410712" cy="4572000"/>
          </a:xfrm>
          <a:prstGeom prst="rect">
            <a:avLst>
              <a:gd name="adj" fmla="val 40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828800"/>
            <a:ext cx="640080" cy="365760"/>
          </a:xfrm>
          <a:prstGeom prst="rect">
            <a:avLst>
              <a:gd name="adj" fmla="val 20000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Overload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46888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Min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20040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per applicant inspecting repos manually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3794760"/>
            <a:ext cx="2862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Professors and recruiters lack the time to dig through dozens of GitHub repos, inspect SQL schemas, and verify individual team member contributions.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46720" y="1554480"/>
            <a:ext cx="3410712" cy="4572000"/>
          </a:xfrm>
          <a:prstGeom prst="rect">
            <a:avLst>
              <a:gd name="adj" fmla="val 4021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828800"/>
            <a:ext cx="640080" cy="365760"/>
          </a:xfrm>
          <a:prstGeom prst="rect">
            <a:avLst>
              <a:gd name="adj" fmla="val 20000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104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098280" y="1828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Surface Viva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46888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38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200400"/>
            <a:ext cx="2862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in actual student implementation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794760"/>
            <a:ext cx="28620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interviews ask textbook questions ('What is polymorphism?') instead of interrogating the student's actual code decisions, trade-offs, and edge cases.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VALUE PROPOSITION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Claim ↔ Evidence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12080" cy="45720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SkillProof Differs from Generic AI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2860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AI Resumes: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56032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student's unverified text claims and polishes the wording to sound impressive.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5204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Plagiarism Checkers: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37947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text strings against internet databases without analyzing code structure or architecture.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7548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 Grounding (⭐ Our Core):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0292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raw code, SQL schemas, and configs. Extracts candidate claims and rigorously maps them to concrete file evidence.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1554480"/>
            <a:ext cx="5212080" cy="4572000"/>
          </a:xfrm>
          <a:prstGeom prst="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1783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Support Level Classification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19672" y="2240280"/>
            <a:ext cx="1463040" cy="347472"/>
          </a:xfrm>
          <a:prstGeom prst="rect">
            <a:avLst>
              <a:gd name="adj" fmla="val 2105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19672" y="22402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24028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code, controllers, DDL schemas, and tests directly prove the claim.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19672" y="3200400"/>
            <a:ext cx="1463040" cy="347472"/>
          </a:xfrm>
          <a:prstGeom prst="rect">
            <a:avLst>
              <a:gd name="adj" fmla="val 21053"/>
            </a:avLst>
          </a:prstGeom>
          <a:solidFill>
            <a:srgbClr val="EFF6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19672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20040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evidence exists but is incomplete or partially implemented.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19672" y="4160520"/>
            <a:ext cx="1463040" cy="347472"/>
          </a:xfrm>
          <a:prstGeom prst="rect">
            <a:avLst>
              <a:gd name="adj" fmla="val 21053"/>
            </a:avLst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41605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16052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references found (e.g. dependency declared) but no functional code.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19672" y="5120640"/>
            <a:ext cx="1463040" cy="347472"/>
          </a:xfrm>
          <a:prstGeom prst="rect">
            <a:avLst>
              <a:gd name="adj" fmla="val 21053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19672" y="512064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512064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code, files, or configs support the claim. Pure resume exaggeration.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PROOF OF REASONING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'Negative Claim' Detection Test (The Money Moment)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12080" cy="4572000"/>
          </a:xfrm>
          <a:prstGeom prst="rect">
            <a:avLst>
              <a:gd name="adj" fmla="val 3000"/>
            </a:avLst>
          </a:prstGeom>
          <a:solidFill>
            <a:srgbClr val="1C2541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83080"/>
            <a:ext cx="1645920" cy="347472"/>
          </a:xfrm>
          <a:prstGeom prst="rect">
            <a:avLst>
              <a:gd name="adj" fmla="val 21053"/>
            </a:avLst>
          </a:prstGeom>
          <a:solidFill>
            <a:srgbClr val="064E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17830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VERIFIED: STRONG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240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Claim: "Built Java Spring Boot Backend &amp; MySQL Schema"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346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Validated by Gemini 2.5 Flash: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pom.xml defines spring-boot-starter-web &amp; data-jpa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AttendanceController.java exposes REST endpoints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db/schema.sql has DDL tables, foreign keys, &amp; status enums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AttendanceRepository.java implements custom JPQL queries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05840" y="4709160"/>
            <a:ext cx="4663440" cy="1143000"/>
          </a:xfrm>
          <a:prstGeom prst="rect">
            <a:avLst>
              <a:gd name="adj" fmla="val 8000"/>
            </a:avLst>
          </a:prstGeom>
          <a:solidFill>
            <a:srgbClr val="0B1A2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48463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Grounded in real architecture. Full controller, entity, and relational schema evidence confirmed in repository.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5352" y="1554480"/>
            <a:ext cx="5212080" cy="4572000"/>
          </a:xfrm>
          <a:prstGeom prst="rect">
            <a:avLst>
              <a:gd name="adj" fmla="val 3000"/>
            </a:avLst>
          </a:prstGeom>
          <a:solidFill>
            <a:srgbClr val="1C2541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9672" y="1783080"/>
            <a:ext cx="2011680" cy="347472"/>
          </a:xfrm>
          <a:prstGeom prst="rect">
            <a:avLst>
              <a:gd name="adj" fmla="val 21053"/>
            </a:avLst>
          </a:prstGeom>
          <a:solidFill>
            <a:srgbClr val="4C0519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17830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FLAGGED: UNSUPPORTED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2240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Claim: "Built ML model predicting low student attendance"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28346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Evidence Flagged by Gemini 2.5 Flash: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ML libraries (Weka, Deeplearning4j, PyTorch) in pom.xml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Python scripts, Jupyter notebooks, or model weights (.pkl/.h5)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Java controller or service invoking predictive logic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Claim exists ONLY as a bullet in README.md without code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19672" y="4709160"/>
            <a:ext cx="4663440" cy="1143000"/>
          </a:xfrm>
          <a:prstGeom prst="rect">
            <a:avLst>
              <a:gd name="adj" fmla="val 8000"/>
            </a:avLst>
          </a:prstGeom>
          <a:solidFill>
            <a:srgbClr val="2A0A10"/>
          </a:solidFill>
          <a:ln w="12700">
            <a:solidFill>
              <a:srgbClr val="5A152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02552" y="48463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Successfully caught! Gemini refuses to hallucinate support and populates missing_evidence array with precise forensic proof.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EVALUATOR EMPOWERMENT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Viva Generation: Testing Real Code Depth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10725912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1: Database Query Optimization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9659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AttendanceController.java, the '/student/{id}/percentage' endpoint makes two database calls (findByStudentId &amp; findPresentByStudent). How would you optimize this to calculate the percentage using a single aggregate JPQL or SQL query?"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4688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Intent: Tests if the student understands SQL aggregation &amp; database indexing vs fetching entire lists into RAM.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10725912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2004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2: JPA Entity Mapping &amp; Missing Files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4747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"In db/schema.sql, you defined 'status' as ENUM('PRESENT','ABSENT'). However, AttendanceRecord.java is missing. How would you map this SQL ENUM to a Java field using JPA @Enumerated annotations?"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97764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Intent: Surfaces the missing entity file and probes if the candidate knows JPA enum persistence mechanics.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4572000"/>
            <a:ext cx="10725912" cy="1325880"/>
          </a:xfrm>
          <a:prstGeom prst="rect">
            <a:avLst>
              <a:gd name="adj" fmla="val 827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" y="470916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Topic 3: Architectural Defense of Unfinished Claims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98348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"Your README claims an ML-based shortage predictor, but no ML code exists in the repository. How did you plan to integrate such a model with this Spring Boot backend?"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54864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 Intent: Gives the candidate a chance to explain their architecture or reveals if the claim was completely fabricated.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 &amp;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Grounded Verification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96312" cy="4572000"/>
          </a:xfrm>
          <a:prstGeom prst="rect">
            <a:avLst>
              <a:gd name="adj" fmla="val 549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83080"/>
            <a:ext cx="1188720" cy="320040"/>
          </a:xfrm>
          <a:prstGeom prst="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2402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Input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5176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Stitch UI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63240"/>
            <a:ext cx="20391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inputs problem narrative, solution claims, contribution breakdown, and uploads repository files / GitHub URL.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554480"/>
            <a:ext cx="2496312" cy="4572000"/>
          </a:xfrm>
          <a:prstGeom prst="rect">
            <a:avLst>
              <a:gd name="adj" fmla="val 549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03320" y="1783080"/>
            <a:ext cx="1188720" cy="320040"/>
          </a:xfrm>
          <a:prstGeom prst="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703320" y="22402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Engine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265176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Flash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03320" y="3063240"/>
            <a:ext cx="20391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code against claims using strict RESPONSE_SCHEMA. Classifies support levels and generates targeted viva questions.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554480"/>
            <a:ext cx="2496312" cy="4572000"/>
          </a:xfrm>
          <a:prstGeom prst="rect">
            <a:avLst>
              <a:gd name="adj" fmla="val 549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1783080"/>
            <a:ext cx="1188720" cy="320040"/>
          </a:xfrm>
          <a:prstGeom prst="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2402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Persistence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65176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Firestore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063240"/>
            <a:ext cx="20391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verified assessment under unique project ID (projects/SP-XXXXX) with seamless offline localStorage fallback.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961120" y="1554480"/>
            <a:ext cx="2496312" cy="4572000"/>
          </a:xfrm>
          <a:prstGeom prst="rect">
            <a:avLst>
              <a:gd name="adj" fmla="val 5495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89720" y="1783080"/>
            <a:ext cx="1188720" cy="320040"/>
          </a:xfrm>
          <a:prstGeom prst="rect">
            <a:avLst>
              <a:gd name="adj" fmla="val 22857"/>
            </a:avLst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8972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189720" y="22402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Verification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189720" y="265176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&amp; Dynamic URL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3063240"/>
            <a:ext cx="20391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scannable QR code and public URL (portfolio.html?id=SP-XXXXX) for instant recruiter and interviewer inspection.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EXECUTION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2296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4-Member Team Ownership &amp;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5212080" cy="21945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1: Backend &amp; Gemini API Integration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1031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 REST microservice (POST /api/analyze, GET /)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GenAI SDK integration with lazy client init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Environment variable isolation (GEMINI_API_KEY)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headers and self-test verification suite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45352" y="1554480"/>
            <a:ext cx="5212080" cy="21945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19672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2: Frontend &amp; Google Stitch UI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19672" y="210312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Stitch Material 3 design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screens: submit.html, analysis.html, portfolio.html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Interactive candidate switcher &amp; session reset menu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desktop/mobile layout with Tailwind CSS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931920"/>
            <a:ext cx="5212080" cy="21945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3: AI Reasoning &amp; Verification Schema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480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Rigid RESPONSE_SCHEMA enforcing support enums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Negative claim prompt engineering &amp; gap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Personalized code-grounded viva generation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Grounded project story synthesis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45352" y="3931920"/>
            <a:ext cx="5212080" cy="219456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9672" y="4114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4: Firebase Cloud &amp; QR Distribution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44805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Firestore integration (projects/{id})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query-param routing (?id=SP-XXXXX)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QR Code API generation for instant scanning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Dual-mode fallback (Firestore cloud + localStorage)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ect">
            <a:avLst>
              <a:gd name="adj" fmla="val 3390"/>
            </a:avLst>
          </a:prstGeom>
          <a:solidFill>
            <a:srgbClr val="1C2541"/>
          </a:solidFill>
          <a:ln w="19050">
            <a:solidFill>
              <a:srgbClr val="3A506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188720" y="10972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NEXT STEPS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417320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SkillProof: The Future of Evidence-Backed Talent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24028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Defensible AI Grounding: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5146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that LLMs can act as rigorous code auditors rather than text embellishers.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10896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Immediate Time Savings: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38328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evaluation time for universities &amp; hackathons from 20 minutes to under 30 seconds.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9776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Future Vision &amp; Roadmap: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25196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GitHub Webhooks for continuous commit verification, video multimodal analysis, and LMS integrations (Canvas/Moodle).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88720" y="4937760"/>
            <a:ext cx="9784080" cy="822960"/>
          </a:xfrm>
          <a:prstGeom prst="rect">
            <a:avLst>
              <a:gd name="adj" fmla="val 11111"/>
            </a:avLst>
          </a:prstGeom>
          <a:solidFill>
            <a:srgbClr val="0A1128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71600" y="5212080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Live Demo Ready at http://127.0.0.1:5000  •  Thank You! Questions &amp; Live 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Education Hackathon (Gemini API Track)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SkillProof - Evidence-Backed Skill Portfolio Platform</dc:title>
  <dc:subject>PptxGenJS Presentation</dc:subject>
  <dc:creator>SkillProof Team</dc:creator>
  <cp:lastModifiedBy>SkillProof Team</cp:lastModifiedBy>
  <cp:revision>1</cp:revision>
  <dcterms:created xsi:type="dcterms:W3CDTF">2026-09-03T08:01:11Z</dcterms:created>
  <dcterms:modified xsi:type="dcterms:W3CDTF">2026-09-03T08:01:11Z</dcterms:modified>
</cp:coreProperties>
</file>